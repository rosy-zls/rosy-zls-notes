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函数的</a:t>
            </a:r>
            <a:r>
              <a:rPr lang="en-US" altLang="zh-CN"/>
              <a:t>this</a:t>
            </a:r>
            <a:r>
              <a:rPr lang="zh-CN" altLang="en-US"/>
              <a:t>指向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WPS 演示</Application>
  <PresentationFormat>宽屏</PresentationFormat>
  <Paragraphs>2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flowueaha</cp:lastModifiedBy>
  <cp:revision>157</cp:revision>
  <dcterms:created xsi:type="dcterms:W3CDTF">2019-06-19T02:08:00Z</dcterms:created>
  <dcterms:modified xsi:type="dcterms:W3CDTF">2026-03-30T06:14:03Z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DD7C6D532B9D40A0B84905A16DB2E2AF_13</vt:lpwstr>
  </property>
</Properties>
</file>